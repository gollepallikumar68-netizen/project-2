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9" r:id="rId1"/>
  </p:sldMasterIdLst>
  <p:notesMasterIdLst>
    <p:notesMasterId r:id="rId15"/>
  </p:notesMasterIdLst>
  <p:sldIdLst>
    <p:sldId id="256" r:id="rId2"/>
    <p:sldId id="257" r:id="rId3"/>
    <p:sldId id="258" r:id="rId4"/>
    <p:sldId id="259" r:id="rId5"/>
    <p:sldId id="260" r:id="rId6"/>
    <p:sldId id="261" r:id="rId7"/>
    <p:sldId id="262" r:id="rId8"/>
    <p:sldId id="263" r:id="rId9"/>
    <p:sldId id="267" r:id="rId10"/>
    <p:sldId id="268" r:id="rId11"/>
    <p:sldId id="264" r:id="rId12"/>
    <p:sldId id="265" r:id="rId13"/>
    <p:sldId id="266"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96E873-95E5-4505-9FC7-EBFD9D1CECCC}" v="7" dt="2026-05-06T14:53:15.3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404" autoAdjust="0"/>
  </p:normalViewPr>
  <p:slideViewPr>
    <p:cSldViewPr snapToGrid="0" snapToObjects="1">
      <p:cViewPr varScale="1">
        <p:scale>
          <a:sx n="70" d="100"/>
          <a:sy n="70" d="100"/>
        </p:scale>
        <p:origin x="11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ANNA KUMAR GOLLEPALLI" userId="eded65d6af78c788" providerId="LiveId" clId="{18E8A6F9-39AE-4F06-8FDD-A6B812EFC4F7}"/>
    <pc:docChg chg="modSld">
      <pc:chgData name="PRASANNA KUMAR GOLLEPALLI" userId="eded65d6af78c788" providerId="LiveId" clId="{18E8A6F9-39AE-4F06-8FDD-A6B812EFC4F7}" dt="2026-05-06T14:55:49.086" v="32" actId="1440"/>
      <pc:docMkLst>
        <pc:docMk/>
      </pc:docMkLst>
      <pc:sldChg chg="modSp">
        <pc:chgData name="PRASANNA KUMAR GOLLEPALLI" userId="eded65d6af78c788" providerId="LiveId" clId="{18E8A6F9-39AE-4F06-8FDD-A6B812EFC4F7}" dt="2026-05-06T14:53:15.323" v="6"/>
        <pc:sldMkLst>
          <pc:docMk/>
          <pc:sldMk cId="0" sldId="256"/>
        </pc:sldMkLst>
        <pc:spChg chg="mod">
          <ac:chgData name="PRASANNA KUMAR GOLLEPALLI" userId="eded65d6af78c788" providerId="LiveId" clId="{18E8A6F9-39AE-4F06-8FDD-A6B812EFC4F7}" dt="2026-05-06T14:53:15.323" v="6"/>
          <ac:spMkLst>
            <pc:docMk/>
            <pc:sldMk cId="0" sldId="256"/>
            <ac:spMk id="2" creationId="{00000000-0000-0000-0000-000000000000}"/>
          </ac:spMkLst>
        </pc:spChg>
        <pc:spChg chg="mod">
          <ac:chgData name="PRASANNA KUMAR GOLLEPALLI" userId="eded65d6af78c788" providerId="LiveId" clId="{18E8A6F9-39AE-4F06-8FDD-A6B812EFC4F7}" dt="2026-05-06T14:53:15.323" v="6"/>
          <ac:spMkLst>
            <pc:docMk/>
            <pc:sldMk cId="0" sldId="256"/>
            <ac:spMk id="3" creationId="{00000000-0000-0000-0000-000000000000}"/>
          </ac:spMkLst>
        </pc:spChg>
      </pc:sldChg>
      <pc:sldChg chg="modSp">
        <pc:chgData name="PRASANNA KUMAR GOLLEPALLI" userId="eded65d6af78c788" providerId="LiveId" clId="{18E8A6F9-39AE-4F06-8FDD-A6B812EFC4F7}" dt="2026-05-06T14:53:15.323" v="6"/>
        <pc:sldMkLst>
          <pc:docMk/>
          <pc:sldMk cId="0" sldId="257"/>
        </pc:sldMkLst>
        <pc:spChg chg="mod">
          <ac:chgData name="PRASANNA KUMAR GOLLEPALLI" userId="eded65d6af78c788" providerId="LiveId" clId="{18E8A6F9-39AE-4F06-8FDD-A6B812EFC4F7}" dt="2026-05-06T14:53:15.323" v="6"/>
          <ac:spMkLst>
            <pc:docMk/>
            <pc:sldMk cId="0" sldId="257"/>
            <ac:spMk id="2" creationId="{00000000-0000-0000-0000-000000000000}"/>
          </ac:spMkLst>
        </pc:spChg>
        <pc:spChg chg="mod">
          <ac:chgData name="PRASANNA KUMAR GOLLEPALLI" userId="eded65d6af78c788" providerId="LiveId" clId="{18E8A6F9-39AE-4F06-8FDD-A6B812EFC4F7}" dt="2026-05-06T14:53:15.323" v="6"/>
          <ac:spMkLst>
            <pc:docMk/>
            <pc:sldMk cId="0" sldId="257"/>
            <ac:spMk id="3" creationId="{00000000-0000-0000-0000-000000000000}"/>
          </ac:spMkLst>
        </pc:spChg>
      </pc:sldChg>
      <pc:sldChg chg="modSp">
        <pc:chgData name="PRASANNA KUMAR GOLLEPALLI" userId="eded65d6af78c788" providerId="LiveId" clId="{18E8A6F9-39AE-4F06-8FDD-A6B812EFC4F7}" dt="2026-05-06T14:53:15.323" v="6"/>
        <pc:sldMkLst>
          <pc:docMk/>
          <pc:sldMk cId="0" sldId="258"/>
        </pc:sldMkLst>
        <pc:spChg chg="mod">
          <ac:chgData name="PRASANNA KUMAR GOLLEPALLI" userId="eded65d6af78c788" providerId="LiveId" clId="{18E8A6F9-39AE-4F06-8FDD-A6B812EFC4F7}" dt="2026-05-06T14:53:15.323" v="6"/>
          <ac:spMkLst>
            <pc:docMk/>
            <pc:sldMk cId="0" sldId="258"/>
            <ac:spMk id="2" creationId="{00000000-0000-0000-0000-000000000000}"/>
          </ac:spMkLst>
        </pc:spChg>
        <pc:spChg chg="mod">
          <ac:chgData name="PRASANNA KUMAR GOLLEPALLI" userId="eded65d6af78c788" providerId="LiveId" clId="{18E8A6F9-39AE-4F06-8FDD-A6B812EFC4F7}" dt="2026-05-06T14:53:15.323" v="6"/>
          <ac:spMkLst>
            <pc:docMk/>
            <pc:sldMk cId="0" sldId="258"/>
            <ac:spMk id="3" creationId="{00000000-0000-0000-0000-000000000000}"/>
          </ac:spMkLst>
        </pc:spChg>
      </pc:sldChg>
      <pc:sldChg chg="modSp">
        <pc:chgData name="PRASANNA KUMAR GOLLEPALLI" userId="eded65d6af78c788" providerId="LiveId" clId="{18E8A6F9-39AE-4F06-8FDD-A6B812EFC4F7}" dt="2026-05-06T14:53:15.323" v="6"/>
        <pc:sldMkLst>
          <pc:docMk/>
          <pc:sldMk cId="0" sldId="259"/>
        </pc:sldMkLst>
        <pc:spChg chg="mod">
          <ac:chgData name="PRASANNA KUMAR GOLLEPALLI" userId="eded65d6af78c788" providerId="LiveId" clId="{18E8A6F9-39AE-4F06-8FDD-A6B812EFC4F7}" dt="2026-05-06T14:53:15.323" v="6"/>
          <ac:spMkLst>
            <pc:docMk/>
            <pc:sldMk cId="0" sldId="259"/>
            <ac:spMk id="2" creationId="{00000000-0000-0000-0000-000000000000}"/>
          </ac:spMkLst>
        </pc:spChg>
        <pc:spChg chg="mod">
          <ac:chgData name="PRASANNA KUMAR GOLLEPALLI" userId="eded65d6af78c788" providerId="LiveId" clId="{18E8A6F9-39AE-4F06-8FDD-A6B812EFC4F7}" dt="2026-05-06T14:53:15.323" v="6"/>
          <ac:spMkLst>
            <pc:docMk/>
            <pc:sldMk cId="0" sldId="259"/>
            <ac:spMk id="3" creationId="{00000000-0000-0000-0000-000000000000}"/>
          </ac:spMkLst>
        </pc:spChg>
      </pc:sldChg>
      <pc:sldChg chg="modSp">
        <pc:chgData name="PRASANNA KUMAR GOLLEPALLI" userId="eded65d6af78c788" providerId="LiveId" clId="{18E8A6F9-39AE-4F06-8FDD-A6B812EFC4F7}" dt="2026-05-06T14:53:15.323" v="6"/>
        <pc:sldMkLst>
          <pc:docMk/>
          <pc:sldMk cId="0" sldId="260"/>
        </pc:sldMkLst>
        <pc:spChg chg="mod">
          <ac:chgData name="PRASANNA KUMAR GOLLEPALLI" userId="eded65d6af78c788" providerId="LiveId" clId="{18E8A6F9-39AE-4F06-8FDD-A6B812EFC4F7}" dt="2026-05-06T14:53:15.323" v="6"/>
          <ac:spMkLst>
            <pc:docMk/>
            <pc:sldMk cId="0" sldId="260"/>
            <ac:spMk id="2" creationId="{00000000-0000-0000-0000-000000000000}"/>
          </ac:spMkLst>
        </pc:spChg>
        <pc:spChg chg="mod">
          <ac:chgData name="PRASANNA KUMAR GOLLEPALLI" userId="eded65d6af78c788" providerId="LiveId" clId="{18E8A6F9-39AE-4F06-8FDD-A6B812EFC4F7}" dt="2026-05-06T14:53:15.323" v="6"/>
          <ac:spMkLst>
            <pc:docMk/>
            <pc:sldMk cId="0" sldId="260"/>
            <ac:spMk id="3" creationId="{00000000-0000-0000-0000-000000000000}"/>
          </ac:spMkLst>
        </pc:spChg>
      </pc:sldChg>
      <pc:sldChg chg="modSp">
        <pc:chgData name="PRASANNA KUMAR GOLLEPALLI" userId="eded65d6af78c788" providerId="LiveId" clId="{18E8A6F9-39AE-4F06-8FDD-A6B812EFC4F7}" dt="2026-05-06T14:53:15.323" v="6"/>
        <pc:sldMkLst>
          <pc:docMk/>
          <pc:sldMk cId="0" sldId="261"/>
        </pc:sldMkLst>
        <pc:spChg chg="mod">
          <ac:chgData name="PRASANNA KUMAR GOLLEPALLI" userId="eded65d6af78c788" providerId="LiveId" clId="{18E8A6F9-39AE-4F06-8FDD-A6B812EFC4F7}" dt="2026-05-06T14:53:15.323" v="6"/>
          <ac:spMkLst>
            <pc:docMk/>
            <pc:sldMk cId="0" sldId="261"/>
            <ac:spMk id="2" creationId="{00000000-0000-0000-0000-000000000000}"/>
          </ac:spMkLst>
        </pc:spChg>
        <pc:spChg chg="mod">
          <ac:chgData name="PRASANNA KUMAR GOLLEPALLI" userId="eded65d6af78c788" providerId="LiveId" clId="{18E8A6F9-39AE-4F06-8FDD-A6B812EFC4F7}" dt="2026-05-06T14:53:15.323" v="6"/>
          <ac:spMkLst>
            <pc:docMk/>
            <pc:sldMk cId="0" sldId="261"/>
            <ac:spMk id="3" creationId="{00000000-0000-0000-0000-000000000000}"/>
          </ac:spMkLst>
        </pc:spChg>
      </pc:sldChg>
      <pc:sldChg chg="modSp">
        <pc:chgData name="PRASANNA KUMAR GOLLEPALLI" userId="eded65d6af78c788" providerId="LiveId" clId="{18E8A6F9-39AE-4F06-8FDD-A6B812EFC4F7}" dt="2026-05-06T14:53:15.323" v="6"/>
        <pc:sldMkLst>
          <pc:docMk/>
          <pc:sldMk cId="0" sldId="262"/>
        </pc:sldMkLst>
        <pc:spChg chg="mod">
          <ac:chgData name="PRASANNA KUMAR GOLLEPALLI" userId="eded65d6af78c788" providerId="LiveId" clId="{18E8A6F9-39AE-4F06-8FDD-A6B812EFC4F7}" dt="2026-05-06T14:53:15.323" v="6"/>
          <ac:spMkLst>
            <pc:docMk/>
            <pc:sldMk cId="0" sldId="262"/>
            <ac:spMk id="2" creationId="{00000000-0000-0000-0000-000000000000}"/>
          </ac:spMkLst>
        </pc:spChg>
        <pc:spChg chg="mod">
          <ac:chgData name="PRASANNA KUMAR GOLLEPALLI" userId="eded65d6af78c788" providerId="LiveId" clId="{18E8A6F9-39AE-4F06-8FDD-A6B812EFC4F7}" dt="2026-05-06T14:53:15.323" v="6"/>
          <ac:spMkLst>
            <pc:docMk/>
            <pc:sldMk cId="0" sldId="262"/>
            <ac:spMk id="3" creationId="{00000000-0000-0000-0000-000000000000}"/>
          </ac:spMkLst>
        </pc:spChg>
      </pc:sldChg>
      <pc:sldChg chg="modSp">
        <pc:chgData name="PRASANNA KUMAR GOLLEPALLI" userId="eded65d6af78c788" providerId="LiveId" clId="{18E8A6F9-39AE-4F06-8FDD-A6B812EFC4F7}" dt="2026-05-06T14:53:15.323" v="6"/>
        <pc:sldMkLst>
          <pc:docMk/>
          <pc:sldMk cId="0" sldId="263"/>
        </pc:sldMkLst>
        <pc:spChg chg="mod">
          <ac:chgData name="PRASANNA KUMAR GOLLEPALLI" userId="eded65d6af78c788" providerId="LiveId" clId="{18E8A6F9-39AE-4F06-8FDD-A6B812EFC4F7}" dt="2026-05-06T14:53:15.323" v="6"/>
          <ac:spMkLst>
            <pc:docMk/>
            <pc:sldMk cId="0" sldId="263"/>
            <ac:spMk id="2" creationId="{00000000-0000-0000-0000-000000000000}"/>
          </ac:spMkLst>
        </pc:spChg>
        <pc:spChg chg="mod">
          <ac:chgData name="PRASANNA KUMAR GOLLEPALLI" userId="eded65d6af78c788" providerId="LiveId" clId="{18E8A6F9-39AE-4F06-8FDD-A6B812EFC4F7}" dt="2026-05-06T14:53:15.323" v="6"/>
          <ac:spMkLst>
            <pc:docMk/>
            <pc:sldMk cId="0" sldId="263"/>
            <ac:spMk id="3" creationId="{00000000-0000-0000-0000-000000000000}"/>
          </ac:spMkLst>
        </pc:spChg>
      </pc:sldChg>
      <pc:sldChg chg="modSp">
        <pc:chgData name="PRASANNA KUMAR GOLLEPALLI" userId="eded65d6af78c788" providerId="LiveId" clId="{18E8A6F9-39AE-4F06-8FDD-A6B812EFC4F7}" dt="2026-05-06T14:53:15.323" v="6"/>
        <pc:sldMkLst>
          <pc:docMk/>
          <pc:sldMk cId="0" sldId="264"/>
        </pc:sldMkLst>
        <pc:spChg chg="mod">
          <ac:chgData name="PRASANNA KUMAR GOLLEPALLI" userId="eded65d6af78c788" providerId="LiveId" clId="{18E8A6F9-39AE-4F06-8FDD-A6B812EFC4F7}" dt="2026-05-06T14:53:15.323" v="6"/>
          <ac:spMkLst>
            <pc:docMk/>
            <pc:sldMk cId="0" sldId="264"/>
            <ac:spMk id="2" creationId="{00000000-0000-0000-0000-000000000000}"/>
          </ac:spMkLst>
        </pc:spChg>
        <pc:spChg chg="mod">
          <ac:chgData name="PRASANNA KUMAR GOLLEPALLI" userId="eded65d6af78c788" providerId="LiveId" clId="{18E8A6F9-39AE-4F06-8FDD-A6B812EFC4F7}" dt="2026-05-06T14:53:15.323" v="6"/>
          <ac:spMkLst>
            <pc:docMk/>
            <pc:sldMk cId="0" sldId="264"/>
            <ac:spMk id="3" creationId="{00000000-0000-0000-0000-000000000000}"/>
          </ac:spMkLst>
        </pc:spChg>
      </pc:sldChg>
      <pc:sldChg chg="modSp">
        <pc:chgData name="PRASANNA KUMAR GOLLEPALLI" userId="eded65d6af78c788" providerId="LiveId" clId="{18E8A6F9-39AE-4F06-8FDD-A6B812EFC4F7}" dt="2026-05-06T14:53:15.323" v="6"/>
        <pc:sldMkLst>
          <pc:docMk/>
          <pc:sldMk cId="0" sldId="265"/>
        </pc:sldMkLst>
        <pc:spChg chg="mod">
          <ac:chgData name="PRASANNA KUMAR GOLLEPALLI" userId="eded65d6af78c788" providerId="LiveId" clId="{18E8A6F9-39AE-4F06-8FDD-A6B812EFC4F7}" dt="2026-05-06T14:53:15.323" v="6"/>
          <ac:spMkLst>
            <pc:docMk/>
            <pc:sldMk cId="0" sldId="265"/>
            <ac:spMk id="2" creationId="{00000000-0000-0000-0000-000000000000}"/>
          </ac:spMkLst>
        </pc:spChg>
        <pc:spChg chg="mod">
          <ac:chgData name="PRASANNA KUMAR GOLLEPALLI" userId="eded65d6af78c788" providerId="LiveId" clId="{18E8A6F9-39AE-4F06-8FDD-A6B812EFC4F7}" dt="2026-05-06T14:53:15.323" v="6"/>
          <ac:spMkLst>
            <pc:docMk/>
            <pc:sldMk cId="0" sldId="265"/>
            <ac:spMk id="3" creationId="{00000000-0000-0000-0000-000000000000}"/>
          </ac:spMkLst>
        </pc:spChg>
      </pc:sldChg>
      <pc:sldChg chg="modSp mod">
        <pc:chgData name="PRASANNA KUMAR GOLLEPALLI" userId="eded65d6af78c788" providerId="LiveId" clId="{18E8A6F9-39AE-4F06-8FDD-A6B812EFC4F7}" dt="2026-05-06T14:53:49.867" v="28" actId="20577"/>
        <pc:sldMkLst>
          <pc:docMk/>
          <pc:sldMk cId="0" sldId="266"/>
        </pc:sldMkLst>
        <pc:spChg chg="mod">
          <ac:chgData name="PRASANNA KUMAR GOLLEPALLI" userId="eded65d6af78c788" providerId="LiveId" clId="{18E8A6F9-39AE-4F06-8FDD-A6B812EFC4F7}" dt="2026-05-06T14:53:49.867" v="28" actId="20577"/>
          <ac:spMkLst>
            <pc:docMk/>
            <pc:sldMk cId="0" sldId="266"/>
            <ac:spMk id="2" creationId="{00000000-0000-0000-0000-000000000000}"/>
          </ac:spMkLst>
        </pc:spChg>
        <pc:spChg chg="mod">
          <ac:chgData name="PRASANNA KUMAR GOLLEPALLI" userId="eded65d6af78c788" providerId="LiveId" clId="{18E8A6F9-39AE-4F06-8FDD-A6B812EFC4F7}" dt="2026-05-06T14:53:15.323" v="6"/>
          <ac:spMkLst>
            <pc:docMk/>
            <pc:sldMk cId="0" sldId="266"/>
            <ac:spMk id="3" creationId="{00000000-0000-0000-0000-000000000000}"/>
          </ac:spMkLst>
        </pc:spChg>
      </pc:sldChg>
      <pc:sldChg chg="modSp mod">
        <pc:chgData name="PRASANNA KUMAR GOLLEPALLI" userId="eded65d6af78c788" providerId="LiveId" clId="{18E8A6F9-39AE-4F06-8FDD-A6B812EFC4F7}" dt="2026-05-06T14:55:49.086" v="32" actId="1440"/>
        <pc:sldMkLst>
          <pc:docMk/>
          <pc:sldMk cId="323231780" sldId="268"/>
        </pc:sldMkLst>
        <pc:picChg chg="mod">
          <ac:chgData name="PRASANNA KUMAR GOLLEPALLI" userId="eded65d6af78c788" providerId="LiveId" clId="{18E8A6F9-39AE-4F06-8FDD-A6B812EFC4F7}" dt="2026-05-06T14:55:32.647" v="30" actId="1076"/>
          <ac:picMkLst>
            <pc:docMk/>
            <pc:sldMk cId="323231780" sldId="268"/>
            <ac:picMk id="3" creationId="{B32C6409-2ABC-0C68-98DC-5E682053A3D6}"/>
          </ac:picMkLst>
        </pc:picChg>
        <pc:picChg chg="mod">
          <ac:chgData name="PRASANNA KUMAR GOLLEPALLI" userId="eded65d6af78c788" providerId="LiveId" clId="{18E8A6F9-39AE-4F06-8FDD-A6B812EFC4F7}" dt="2026-05-06T14:55:49.086" v="32" actId="1440"/>
          <ac:picMkLst>
            <pc:docMk/>
            <pc:sldMk cId="323231780" sldId="268"/>
            <ac:picMk id="5" creationId="{C27505B8-A9C3-4B9F-ABAE-977F493867B6}"/>
          </ac:picMkLst>
        </pc:picChg>
        <pc:picChg chg="mod">
          <ac:chgData name="PRASANNA KUMAR GOLLEPALLI" userId="eded65d6af78c788" providerId="LiveId" clId="{18E8A6F9-39AE-4F06-8FDD-A6B812EFC4F7}" dt="2026-05-06T14:55:29.012" v="29" actId="1076"/>
          <ac:picMkLst>
            <pc:docMk/>
            <pc:sldMk cId="323231780" sldId="268"/>
            <ac:picMk id="7" creationId="{E6730E67-B942-1FDE-271B-02D1704269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37CFF-5C5E-45CF-9EEC-E6C59564FBA9}" type="datetimeFigureOut">
              <a:rPr lang="en-IN" smtClean="0"/>
              <a:t>06-05-2026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A0BF86-1026-4460-A12F-CE5E313EDA95}" type="slidenum">
              <a:rPr lang="en-IN" smtClean="0"/>
              <a:t>‹#›</a:t>
            </a:fld>
            <a:endParaRPr lang="en-IN"/>
          </a:p>
        </p:txBody>
      </p:sp>
    </p:spTree>
    <p:extLst>
      <p:ext uri="{BB962C8B-B14F-4D97-AF65-F5344CB8AC3E}">
        <p14:creationId xmlns:p14="http://schemas.microsoft.com/office/powerpoint/2010/main" val="2139351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5A0BF86-1026-4460-A12F-CE5E313EDA95}" type="slidenum">
              <a:rPr lang="en-IN" smtClean="0"/>
              <a:t>2</a:t>
            </a:fld>
            <a:endParaRPr lang="en-IN"/>
          </a:p>
        </p:txBody>
      </p:sp>
    </p:spTree>
    <p:extLst>
      <p:ext uri="{BB962C8B-B14F-4D97-AF65-F5344CB8AC3E}">
        <p14:creationId xmlns:p14="http://schemas.microsoft.com/office/powerpoint/2010/main" val="2866391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853316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0009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9738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295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8245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9333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9359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0057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204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6098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429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4948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2817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5369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2199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51422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26473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45141878"/>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 id="2147484010" r:id="rId11"/>
    <p:sldLayoutId id="2147484011" r:id="rId12"/>
    <p:sldLayoutId id="2147484012" r:id="rId13"/>
    <p:sldLayoutId id="2147484013" r:id="rId14"/>
    <p:sldLayoutId id="2147484014" r:id="rId15"/>
    <p:sldLayoutId id="2147484015" r:id="rId16"/>
    <p:sldLayoutId id="214748401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Android Phone Management System</a:t>
            </a:r>
          </a:p>
        </p:txBody>
      </p:sp>
      <p:sp>
        <p:nvSpPr>
          <p:cNvPr id="3" name="Content Placeholder 2"/>
          <p:cNvSpPr>
            <a:spLocks noGrp="1"/>
          </p:cNvSpPr>
          <p:nvPr>
            <p:ph idx="1"/>
          </p:nvPr>
        </p:nvSpPr>
        <p:spPr/>
        <p:txBody>
          <a:bodyPr/>
          <a:lstStyle/>
          <a:p>
            <a:r>
              <a:t>Project Presentation</a:t>
            </a:r>
          </a:p>
          <a:p>
            <a:r>
              <a:t>Using C++ &amp; Data Structures</a:t>
            </a:r>
          </a:p>
        </p:txBody>
      </p:sp>
    </p:spTree>
  </p:cSld>
  <p:clrMapOvr>
    <a:masterClrMapping/>
  </p:clrMapOvr>
  <mc:AlternateContent xmlns:mc="http://schemas.openxmlformats.org/markup-compatibility/2006" xmlns:p14="http://schemas.microsoft.com/office/powerpoint/2010/main">
    <mc:Choice Requires="p14">
      <p:transition spd="slow" p14:dur="3900" advClick="0" advTm="216">
        <p14:glitter pattern="hexagon"/>
      </p:transition>
    </mc:Choice>
    <mc:Fallback xmlns="">
      <p:transition spd="slow" advClick="0" advTm="216">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txBody>
          <a:bodyPr/>
          <a:lstStyle/>
          <a:p>
            <a:r>
              <a:rPr dirty="0"/>
              <a:t>Simulates mobile phone operations</a:t>
            </a:r>
          </a:p>
          <a:p>
            <a:r>
              <a:rPr dirty="0"/>
              <a:t>Manages contacts, messages, call history</a:t>
            </a:r>
          </a:p>
          <a:p>
            <a:r>
              <a:rPr dirty="0"/>
              <a:t>Console-based C++ application</a:t>
            </a:r>
          </a:p>
        </p:txBody>
      </p:sp>
    </p:spTree>
  </p:cSld>
  <p:clrMapOvr>
    <a:masterClrMapping/>
  </p:clrMapOvr>
  <mc:AlternateContent xmlns:mc="http://schemas.openxmlformats.org/markup-compatibility/2006" xmlns:p14="http://schemas.microsoft.com/office/powerpoint/2010/main">
    <mc:Choice Requires="p14">
      <p:transition spd="slow" p14:dur="3900" advClick="0" advTm="8627">
        <p14:glitter pattern="hexagon"/>
      </p:transition>
    </mc:Choice>
    <mc:Fallback xmlns="">
      <p:transition spd="slow" advClick="0" advTm="8627">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a:t>
            </a:r>
          </a:p>
        </p:txBody>
      </p:sp>
      <p:sp>
        <p:nvSpPr>
          <p:cNvPr id="3" name="Content Placeholder 2"/>
          <p:cNvSpPr>
            <a:spLocks noGrp="1"/>
          </p:cNvSpPr>
          <p:nvPr>
            <p:ph idx="1"/>
          </p:nvPr>
        </p:nvSpPr>
        <p:spPr/>
        <p:txBody>
          <a:bodyPr/>
          <a:lstStyle/>
          <a:p>
            <a:r>
              <a:t>Understand real-world use of data structures</a:t>
            </a:r>
          </a:p>
          <a:p>
            <a:r>
              <a:t>Improve C++ programming skills</a:t>
            </a:r>
          </a:p>
          <a:p>
            <a:r>
              <a:t>Implement efficient data handling</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Modules</a:t>
            </a:r>
          </a:p>
        </p:txBody>
      </p:sp>
      <p:sp>
        <p:nvSpPr>
          <p:cNvPr id="3" name="Content Placeholder 2"/>
          <p:cNvSpPr>
            <a:spLocks noGrp="1"/>
          </p:cNvSpPr>
          <p:nvPr>
            <p:ph idx="1"/>
          </p:nvPr>
        </p:nvSpPr>
        <p:spPr/>
        <p:txBody>
          <a:bodyPr/>
          <a:lstStyle/>
          <a:p>
            <a:r>
              <a:t>Contacts → Linked List</a:t>
            </a:r>
          </a:p>
          <a:p>
            <a:r>
              <a:t>Messages → Queue (FIFO)</a:t>
            </a:r>
          </a:p>
          <a:p>
            <a:r>
              <a:t>Call History → Stack (LIFO)</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Features</a:t>
            </a:r>
          </a:p>
        </p:txBody>
      </p:sp>
      <p:sp>
        <p:nvSpPr>
          <p:cNvPr id="3" name="Content Placeholder 2"/>
          <p:cNvSpPr>
            <a:spLocks noGrp="1"/>
          </p:cNvSpPr>
          <p:nvPr>
            <p:ph idx="1"/>
          </p:nvPr>
        </p:nvSpPr>
        <p:spPr/>
        <p:txBody>
          <a:bodyPr/>
          <a:lstStyle/>
          <a:p>
            <a:r>
              <a:t>Add &amp; view contacts</a:t>
            </a:r>
          </a:p>
          <a:p>
            <a:r>
              <a:t>Send &amp; delete messages</a:t>
            </a:r>
          </a:p>
          <a:p>
            <a:r>
              <a:t>Make calls &amp; view call logs</a:t>
            </a:r>
          </a:p>
          <a:p>
            <a:r>
              <a:t>Menu-driven interface</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Algorithm</a:t>
            </a:r>
          </a:p>
        </p:txBody>
      </p:sp>
      <p:sp>
        <p:nvSpPr>
          <p:cNvPr id="3" name="Content Placeholder 2"/>
          <p:cNvSpPr>
            <a:spLocks noGrp="1"/>
          </p:cNvSpPr>
          <p:nvPr>
            <p:ph idx="1"/>
          </p:nvPr>
        </p:nvSpPr>
        <p:spPr/>
        <p:txBody>
          <a:bodyPr/>
          <a:lstStyle/>
          <a:p>
            <a:r>
              <a:t>Start program</a:t>
            </a:r>
          </a:p>
          <a:p>
            <a:r>
              <a:t>Display menu</a:t>
            </a:r>
          </a:p>
          <a:p>
            <a:r>
              <a:t>User selects option</a:t>
            </a:r>
          </a:p>
          <a:p>
            <a:r>
              <a:t>Perform operation using switch-case</a:t>
            </a:r>
          </a:p>
          <a:p>
            <a:r>
              <a:t>Repeat until exit</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Modular design</a:t>
            </a:r>
          </a:p>
          <a:p>
            <a:r>
              <a:t>Separate functions for each task</a:t>
            </a:r>
          </a:p>
          <a:p>
            <a:r>
              <a:t>Validation using conditions</a:t>
            </a:r>
          </a:p>
          <a:p>
            <a:r>
              <a:t>Efficient memory management</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Requirements</a:t>
            </a:r>
          </a:p>
        </p:txBody>
      </p:sp>
      <p:sp>
        <p:nvSpPr>
          <p:cNvPr id="3" name="Content Placeholder 2"/>
          <p:cNvSpPr>
            <a:spLocks noGrp="1"/>
          </p:cNvSpPr>
          <p:nvPr>
            <p:ph idx="1"/>
          </p:nvPr>
        </p:nvSpPr>
        <p:spPr/>
        <p:txBody>
          <a:bodyPr/>
          <a:lstStyle/>
          <a:p>
            <a:r>
              <a:rPr dirty="0"/>
              <a:t>Hardware: Computer, Keyboard</a:t>
            </a:r>
          </a:p>
          <a:p>
            <a:r>
              <a:rPr dirty="0"/>
              <a:t>Software: C++ Compiler</a:t>
            </a:r>
          </a:p>
          <a:p>
            <a:r>
              <a:rPr dirty="0"/>
              <a:t>OS: W</a:t>
            </a:r>
            <a:r>
              <a:rPr lang="en-IN" dirty="0" err="1"/>
              <a:t>indo</a:t>
            </a:r>
            <a:r>
              <a:rPr dirty="0" err="1"/>
              <a:t>ws</a:t>
            </a:r>
            <a:r>
              <a:rPr lang="en-IN" dirty="0"/>
              <a:t>/Linux/Mac</a:t>
            </a:r>
            <a:endParaRPr dirty="0"/>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shows an Android phone system interface with a list of options to add, view, send, and manage contacts, along with options to make and view call history, and an input field for entering a new contact's name and number.&#10;&#10;AI-generated content may be incorrect.">
            <a:extLst>
              <a:ext uri="{FF2B5EF4-FFF2-40B4-BE49-F238E27FC236}">
                <a16:creationId xmlns:a16="http://schemas.microsoft.com/office/drawing/2014/main" id="{206EFAA3-9285-6873-3AE3-78F9F7F36E99}"/>
              </a:ext>
            </a:extLst>
          </p:cNvPr>
          <p:cNvPicPr>
            <a:picLocks noChangeAspect="1"/>
          </p:cNvPicPr>
          <p:nvPr/>
        </p:nvPicPr>
        <p:blipFill>
          <a:blip r:embed="rId2"/>
          <a:stretch>
            <a:fillRect/>
          </a:stretch>
        </p:blipFill>
        <p:spPr>
          <a:xfrm>
            <a:off x="394479" y="155448"/>
            <a:ext cx="2531602" cy="2926080"/>
          </a:xfrm>
          <a:prstGeom prst="rect">
            <a:avLst/>
          </a:prstGeom>
        </p:spPr>
      </p:pic>
      <p:pic>
        <p:nvPicPr>
          <p:cNvPr id="5" name="Picture 4" descr="The image displays an Android phone's system menu with various options such as adding contacts, viewing contacts, sending messages, and managing call history, with the user selecting the option to view contacts.&#10;&#10;AI-generated content may be incorrect.">
            <a:extLst>
              <a:ext uri="{FF2B5EF4-FFF2-40B4-BE49-F238E27FC236}">
                <a16:creationId xmlns:a16="http://schemas.microsoft.com/office/drawing/2014/main" id="{642148F2-CDDF-F75E-E61A-512C008BD7C1}"/>
              </a:ext>
            </a:extLst>
          </p:cNvPr>
          <p:cNvPicPr>
            <a:picLocks noChangeAspect="1"/>
          </p:cNvPicPr>
          <p:nvPr/>
        </p:nvPicPr>
        <p:blipFill>
          <a:blip r:embed="rId3"/>
          <a:stretch>
            <a:fillRect/>
          </a:stretch>
        </p:blipFill>
        <p:spPr>
          <a:xfrm>
            <a:off x="3250983" y="246888"/>
            <a:ext cx="2642033" cy="2834640"/>
          </a:xfrm>
          <a:prstGeom prst="rect">
            <a:avLst/>
          </a:prstGeom>
        </p:spPr>
      </p:pic>
      <p:pic>
        <p:nvPicPr>
          <p:cNvPr id="7" name="Picture 6" descr="The image depicts an Android phone's contact list interface, with options to add, view, send, delete, make calls, view call history, and exit, and it shows a message being sent to a contact named VIGNESH.&#10;&#10;AI-generated content may be incorrect.">
            <a:extLst>
              <a:ext uri="{FF2B5EF4-FFF2-40B4-BE49-F238E27FC236}">
                <a16:creationId xmlns:a16="http://schemas.microsoft.com/office/drawing/2014/main" id="{EF6B40F5-DEFD-B74E-C5F8-1D9CA82B63F3}"/>
              </a:ext>
            </a:extLst>
          </p:cNvPr>
          <p:cNvPicPr>
            <a:picLocks noChangeAspect="1"/>
          </p:cNvPicPr>
          <p:nvPr/>
        </p:nvPicPr>
        <p:blipFill>
          <a:blip r:embed="rId4"/>
          <a:stretch>
            <a:fillRect/>
          </a:stretch>
        </p:blipFill>
        <p:spPr>
          <a:xfrm>
            <a:off x="6090606" y="246888"/>
            <a:ext cx="2531602" cy="2834640"/>
          </a:xfrm>
          <a:prstGeom prst="rect">
            <a:avLst/>
          </a:prstGeom>
        </p:spPr>
      </p:pic>
      <p:pic>
        <p:nvPicPr>
          <p:cNvPr id="9" name="Picture 8" descr="The image shows an Android phone system interface displaying a list of options such as adding contacts, viewing messages, and making calls, with a prompt for user input.&#10;&#10;AI-generated content may be incorrect.">
            <a:extLst>
              <a:ext uri="{FF2B5EF4-FFF2-40B4-BE49-F238E27FC236}">
                <a16:creationId xmlns:a16="http://schemas.microsoft.com/office/drawing/2014/main" id="{BC93856A-85B4-124F-C048-130C3BCD3E4C}"/>
              </a:ext>
            </a:extLst>
          </p:cNvPr>
          <p:cNvPicPr>
            <a:picLocks noChangeAspect="1"/>
          </p:cNvPicPr>
          <p:nvPr/>
        </p:nvPicPr>
        <p:blipFill>
          <a:blip r:embed="rId5"/>
          <a:stretch>
            <a:fillRect/>
          </a:stretch>
        </p:blipFill>
        <p:spPr>
          <a:xfrm>
            <a:off x="394479" y="3497580"/>
            <a:ext cx="2531602" cy="2926080"/>
          </a:xfrm>
          <a:prstGeom prst="rect">
            <a:avLst/>
          </a:prstGeom>
        </p:spPr>
      </p:pic>
      <p:pic>
        <p:nvPicPr>
          <p:cNvPr id="11" name="Picture 10" descr="The image depicts an Android phone interface displaying a contact list with an option to delete a message to a contact named Vignesh.&#10;&#10;AI-generated content may be incorrect.">
            <a:extLst>
              <a:ext uri="{FF2B5EF4-FFF2-40B4-BE49-F238E27FC236}">
                <a16:creationId xmlns:a16="http://schemas.microsoft.com/office/drawing/2014/main" id="{870EC914-4CFE-E23A-AE94-169FFB84BDCF}"/>
              </a:ext>
            </a:extLst>
          </p:cNvPr>
          <p:cNvPicPr>
            <a:picLocks noChangeAspect="1"/>
          </p:cNvPicPr>
          <p:nvPr/>
        </p:nvPicPr>
        <p:blipFill>
          <a:blip r:embed="rId6"/>
          <a:stretch>
            <a:fillRect/>
          </a:stretch>
        </p:blipFill>
        <p:spPr>
          <a:xfrm>
            <a:off x="3361414" y="3474720"/>
            <a:ext cx="2531602" cy="2948940"/>
          </a:xfrm>
          <a:prstGeom prst="rect">
            <a:avLst/>
          </a:prstGeom>
        </p:spPr>
      </p:pic>
      <p:pic>
        <p:nvPicPr>
          <p:cNvPr id="13" name="Picture 12" descr="The image shows an Android phone interface with a list of functions including adding contacts, viewing contacts, sending messages, viewing messages, deleting messages, making calls, viewing call history, deleting last call, and an exit option. The user selects the option to make a call to a contact named VIGNESH.&#10;&#10;AI-generated content may be incorrect.">
            <a:extLst>
              <a:ext uri="{FF2B5EF4-FFF2-40B4-BE49-F238E27FC236}">
                <a16:creationId xmlns:a16="http://schemas.microsoft.com/office/drawing/2014/main" id="{72930073-F307-2574-0ED3-FA8FA1448741}"/>
              </a:ext>
            </a:extLst>
          </p:cNvPr>
          <p:cNvPicPr>
            <a:picLocks noChangeAspect="1"/>
          </p:cNvPicPr>
          <p:nvPr/>
        </p:nvPicPr>
        <p:blipFill>
          <a:blip r:embed="rId7"/>
          <a:stretch>
            <a:fillRect/>
          </a:stretch>
        </p:blipFill>
        <p:spPr>
          <a:xfrm>
            <a:off x="6217921" y="3529585"/>
            <a:ext cx="2793149" cy="2894075"/>
          </a:xfrm>
          <a:prstGeom prst="rect">
            <a:avLst/>
          </a:prstGeom>
        </p:spPr>
      </p:pic>
    </p:spTree>
    <p:extLst>
      <p:ext uri="{BB962C8B-B14F-4D97-AF65-F5344CB8AC3E}">
        <p14:creationId xmlns:p14="http://schemas.microsoft.com/office/powerpoint/2010/main" val="3784005337"/>
      </p:ext>
    </p:extLst>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l History.&#10;&#10;AI-generated content may be incorrect.">
            <a:extLst>
              <a:ext uri="{FF2B5EF4-FFF2-40B4-BE49-F238E27FC236}">
                <a16:creationId xmlns:a16="http://schemas.microsoft.com/office/drawing/2014/main" id="{B32C6409-2ABC-0C68-98DC-5E682053A3D6}"/>
              </a:ext>
            </a:extLst>
          </p:cNvPr>
          <p:cNvPicPr>
            <a:picLocks noChangeAspect="1"/>
          </p:cNvPicPr>
          <p:nvPr/>
        </p:nvPicPr>
        <p:blipFill>
          <a:blip r:embed="rId2"/>
          <a:stretch>
            <a:fillRect/>
          </a:stretch>
        </p:blipFill>
        <p:spPr>
          <a:xfrm>
            <a:off x="938832" y="484632"/>
            <a:ext cx="2307194" cy="2944368"/>
          </a:xfrm>
          <a:prstGeom prst="rect">
            <a:avLst/>
          </a:prstGeom>
        </p:spPr>
      </p:pic>
      <p:pic>
        <p:nvPicPr>
          <p:cNvPr id="5" name="Picture 4" descr="VIGNESH.&#10;&#10;AI-generated content may be incorrect.">
            <a:extLst>
              <a:ext uri="{FF2B5EF4-FFF2-40B4-BE49-F238E27FC236}">
                <a16:creationId xmlns:a16="http://schemas.microsoft.com/office/drawing/2014/main" id="{C27505B8-A9C3-4B9F-ABAE-977F493867B6}"/>
              </a:ext>
            </a:extLst>
          </p:cNvPr>
          <p:cNvPicPr>
            <a:picLocks noChangeAspect="1"/>
          </p:cNvPicPr>
          <p:nvPr/>
        </p:nvPicPr>
        <p:blipFill>
          <a:blip r:embed="rId3"/>
          <a:stretch>
            <a:fillRect/>
          </a:stretch>
        </p:blipFill>
        <p:spPr>
          <a:xfrm>
            <a:off x="5629799" y="484632"/>
            <a:ext cx="2307194" cy="29443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descr="The image depicts an Android phone system interface with nine options for contact management, message handling, and call features, and it shows a user successfully exiting the system.&#10;&#10;AI-generated content may be incorrect.">
            <a:extLst>
              <a:ext uri="{FF2B5EF4-FFF2-40B4-BE49-F238E27FC236}">
                <a16:creationId xmlns:a16="http://schemas.microsoft.com/office/drawing/2014/main" id="{E6730E67-B942-1FDE-271B-02D17042694F}"/>
              </a:ext>
            </a:extLst>
          </p:cNvPr>
          <p:cNvPicPr>
            <a:picLocks noChangeAspect="1"/>
          </p:cNvPicPr>
          <p:nvPr/>
        </p:nvPicPr>
        <p:blipFill>
          <a:blip r:embed="rId4"/>
          <a:stretch>
            <a:fillRect/>
          </a:stretch>
        </p:blipFill>
        <p:spPr>
          <a:xfrm>
            <a:off x="3246026" y="3913633"/>
            <a:ext cx="2502741" cy="2816352"/>
          </a:xfrm>
          <a:prstGeom prst="rect">
            <a:avLst/>
          </a:prstGeom>
        </p:spPr>
      </p:pic>
    </p:spTree>
    <p:extLst>
      <p:ext uri="{BB962C8B-B14F-4D97-AF65-F5344CB8AC3E}">
        <p14:creationId xmlns:p14="http://schemas.microsoft.com/office/powerpoint/2010/main" val="323231780"/>
      </p:ext>
    </p:extLst>
  </p:cSld>
  <p:clrMapOvr>
    <a:masterClrMapping/>
  </p:clrMapOvr>
  <mc:AlternateContent xmlns:mc="http://schemas.openxmlformats.org/markup-compatibility/2006" xmlns:p14="http://schemas.microsoft.com/office/powerpoint/2010/main">
    <mc:Choice Requires="p14">
      <p:transition spd="slow" p14:dur="3400" advClick="0" advTm="0">
        <p14:reveal thruBlk="1"/>
      </p:transition>
    </mc:Choice>
    <mc:Fallback xmlns="">
      <p:transition spd="slow" advClick="0" advTm="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r>
              <a:t>Efficient data handling</a:t>
            </a:r>
          </a:p>
          <a:p>
            <a:r>
              <a:t>Faster operations</a:t>
            </a:r>
          </a:p>
          <a:p>
            <a:r>
              <a:t>Structured program design</a:t>
            </a:r>
          </a:p>
          <a:p>
            <a:r>
              <a:t>Easy to use</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dirty="0"/>
              <a:t>Demonstrates practical use of data structures</a:t>
            </a:r>
          </a:p>
          <a:p>
            <a:r>
              <a:rPr dirty="0"/>
              <a:t>Improves problem-solving skills</a:t>
            </a:r>
          </a:p>
          <a:p>
            <a:r>
              <a:rPr dirty="0"/>
              <a:t>Useful academic project</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Future </a:t>
            </a:r>
            <a:r>
              <a:rPr lang="en-US" dirty="0"/>
              <a:t>Work</a:t>
            </a:r>
            <a:endParaRPr dirty="0"/>
          </a:p>
        </p:txBody>
      </p:sp>
      <p:sp>
        <p:nvSpPr>
          <p:cNvPr id="3" name="Content Placeholder 2"/>
          <p:cNvSpPr>
            <a:spLocks noGrp="1"/>
          </p:cNvSpPr>
          <p:nvPr>
            <p:ph idx="1"/>
          </p:nvPr>
        </p:nvSpPr>
        <p:spPr/>
        <p:txBody>
          <a:bodyPr/>
          <a:lstStyle/>
          <a:p>
            <a:r>
              <a:rPr dirty="0"/>
              <a:t>Add GUI interface</a:t>
            </a:r>
          </a:p>
          <a:p>
            <a:r>
              <a:rPr dirty="0"/>
              <a:t>Database storage</a:t>
            </a:r>
          </a:p>
          <a:p>
            <a:r>
              <a:rPr dirty="0"/>
              <a:t>Search &amp; edit contacts</a:t>
            </a:r>
          </a:p>
          <a:p>
            <a:r>
              <a:rPr dirty="0"/>
              <a:t>Security features</a:t>
            </a:r>
          </a:p>
        </p:txBody>
      </p:sp>
    </p:spTree>
  </p:cSld>
  <p:clrMapOvr>
    <a:masterClrMapping/>
  </p:clrMapOvr>
  <mc:AlternateContent xmlns:mc="http://schemas.openxmlformats.org/markup-compatibility/2006" xmlns:p14="http://schemas.microsoft.com/office/powerpoint/2010/main">
    <mc:Choice Requires="p14">
      <p:transition spd="slow" p14:dur="3900" advClick="0" advTm="0">
        <p14:glitter pattern="hexagon"/>
      </p:transition>
    </mc:Choice>
    <mc:Fallback xmlns="">
      <p:transition spd="slow" advClick="0" advTm="0">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44</TotalTime>
  <Words>168</Words>
  <Application>Microsoft Office PowerPoint</Application>
  <PresentationFormat>On-screen Show (4:3)</PresentationFormat>
  <Paragraphs>50</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Corbel</vt:lpstr>
      <vt:lpstr>Parallax</vt:lpstr>
      <vt:lpstr>Android Phone Management System</vt:lpstr>
      <vt:lpstr>Introduction</vt:lpstr>
      <vt:lpstr>Objective</vt:lpstr>
      <vt:lpstr>Modules</vt:lpstr>
      <vt:lpstr>System Features</vt:lpstr>
      <vt:lpstr>Algorithm</vt:lpstr>
      <vt:lpstr>Methodology</vt:lpstr>
      <vt:lpstr>Requirements</vt:lpstr>
      <vt:lpstr>PowerPoint Presentation</vt:lpstr>
      <vt:lpstr>PowerPoint Presentation</vt:lpstr>
      <vt:lpstr>Advantages</vt:lpstr>
      <vt:lpstr>Conclusion</vt:lpstr>
      <vt:lpstr>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 Prasanna Kumar</dc:creator>
  <cp:keywords/>
  <dc:description>generated using python-pptx</dc:description>
  <cp:lastModifiedBy>PRASANNA KUMAR GOLLEPALLI</cp:lastModifiedBy>
  <cp:revision>2</cp:revision>
  <dcterms:created xsi:type="dcterms:W3CDTF">2013-01-27T09:14:16Z</dcterms:created>
  <dcterms:modified xsi:type="dcterms:W3CDTF">2026-05-06T14:56:00Z</dcterms:modified>
  <cp:category/>
</cp:coreProperties>
</file>